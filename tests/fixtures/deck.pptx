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 "/>
          <p:cNvSpPr/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 and shaved parmesan cheese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pappardelle pasta with parsley butter, roasted hazelnuts and shaved parmesan cheese"/>
          <p:cNvSpPr/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of salad with fried rice, boiled eggs and chopsticks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with salmon cakes, salad and houmous"/>
          <p:cNvSpPr/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Test Presenta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 Presentation</a:t>
            </a:r>
          </a:p>
        </p:txBody>
      </p:sp>
      <p:sp>
        <p:nvSpPr>
          <p:cNvPr id="17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